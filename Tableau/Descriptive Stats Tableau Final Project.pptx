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odule8_FinalProject_TableauItems/DataExplorationandAnalysi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E21CE42-E494-4121-A4E4-D80F81ECA4F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Module8_FinalProject_TableauItems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5991BE3-B7F6-43E0-B094-9CCD072BCC8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12/6/2025 4:15:49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 Exploration and Analysis2" id="2" name="slide2">
            <a:extLst>
              <a:ext uri="{FF2B5EF4-FFF2-40B4-BE49-F238E27FC236}">
                <a16:creationId xmlns:a16="http://schemas.microsoft.com/office/drawing/2014/main" id="{2ACE0E62-E941-4021-AE92-1229D476DE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7846"/>
            <a:ext cx="12192000" cy="48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 Exploration and Analysis3" id="3" name="slide3">
            <a:extLst>
              <a:ext uri="{FF2B5EF4-FFF2-40B4-BE49-F238E27FC236}">
                <a16:creationId xmlns:a16="http://schemas.microsoft.com/office/drawing/2014/main" id="{EA53AB1F-5120-4C1D-861C-C987FA4140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7846"/>
            <a:ext cx="12192000" cy="48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 Exploration and Analysis4" id="4" name="slide4">
            <a:extLst>
              <a:ext uri="{FF2B5EF4-FFF2-40B4-BE49-F238E27FC236}">
                <a16:creationId xmlns:a16="http://schemas.microsoft.com/office/drawing/2014/main" id="{B924ED30-978F-43EC-93A1-F9221AD116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7846"/>
            <a:ext cx="12192000" cy="48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 Exploration and Analysis5" id="5" name="slide5">
            <a:extLst>
              <a:ext uri="{FF2B5EF4-FFF2-40B4-BE49-F238E27FC236}">
                <a16:creationId xmlns:a16="http://schemas.microsoft.com/office/drawing/2014/main" id="{51C62C45-B4B2-4688-B346-1180353CD8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7846"/>
            <a:ext cx="12192000" cy="48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2025-12-06T16:15:53Z</dcterms:created>
  <dcterms:modified xsi:type="dcterms:W3CDTF">2025-12-06T16:15:53Z</dcterms:modified>
</cp:coreProperties>
</file>